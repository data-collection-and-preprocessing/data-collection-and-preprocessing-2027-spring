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生态学建模与数据生成方法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0204 生态学建模与数据生成方法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模型作为”数据生成器”的角色及其在生态学研究中的意义</a:t>
            </a:r>
          </a:p>
          <a:p>
            <a:pPr lvl="0"/>
            <a:r>
              <a:rPr/>
              <a:t>掌握 四类生态学模型（统计模型、过程模型、个体模型、地球系统模型）的基本特征</a:t>
            </a:r>
          </a:p>
          <a:p>
            <a:pPr lvl="0"/>
            <a:r>
              <a:rPr/>
              <a:t>了解 模型工作流程中参数化、模拟、情景分析的核心步骤</a:t>
            </a:r>
          </a:p>
          <a:p>
            <a:pPr lvl="0"/>
            <a:r>
              <a:rPr/>
              <a:t>能够应用 R 代码构建简单的线性回归模型并进行残差诊断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：模型作为数据生成器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：四类生态学模型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：模型工作流程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：模型验证与不确定性分析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：过程模型（Process-based Model）：基于物理、化学、生物学机理方程构建的模型，可模拟生态过程的动态变化</a:t>
            </a:r>
          </a:p>
          <a:p>
            <a:pPr lvl="0"/>
            <a:r>
              <a:rPr b="1"/>
              <a:t>概念二</a:t>
            </a:r>
            <a:r>
              <a:rPr/>
              <a:t>：参数化（Parameterization）：利用观测数据或文献值为模型参数赋值的过程，是模型精度的关键</a:t>
            </a:r>
          </a:p>
          <a:p>
            <a:pPr lvl="0"/>
            <a:r>
              <a:rPr b="1"/>
              <a:t>概念三</a:t>
            </a:r>
            <a:r>
              <a:rPr/>
              <a:t>：不确定性分析（Uncertainty Analysis）：量化模型输出中由输入数据、参数和模型结构带来的不确定性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“All models are wrong, but some are useful.” — George E. P. Box. 模型的价值不在于完美复现现实，而在于帮助理解机理和预测趋势。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四类生态学模型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核心思路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典型应用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代表工具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统计模型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数据驱动拟合关系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异速生长方程、物种分布模型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(glm, gam)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过程模型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机理方程模拟过程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碳循环、水文过程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CENTURY, BIOME-BGC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个体模型（ABM）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模拟个体行为与交互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种群动态、动物运动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NetLogo, Mesa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地球系统模型（ESM）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耦合大气-海洋-陆面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气候变化情景预测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CESM, GFDL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模型工作流程</a:t>
            </a:r>
          </a:p>
          <a:p>
            <a:pPr lvl="0" indent="0" marL="0">
              <a:buNone/>
            </a:pPr>
            <a:r>
              <a:rPr/>
              <a:t>模型从构建到应用通常遵循以下流程：</a:t>
            </a:r>
          </a:p>
          <a:p>
            <a:pPr lvl="0" indent="-342900" marL="342900">
              <a:buAutoNum type="arabicPeriod"/>
            </a:pPr>
            <a:r>
              <a:rPr b="1"/>
              <a:t>概念模型</a:t>
            </a:r>
            <a:r>
              <a:rPr/>
              <a:t>：明确研究问题，确定关键过程和变量</a:t>
            </a:r>
          </a:p>
          <a:p>
            <a:pPr lvl="0" indent="-342900" marL="342900">
              <a:buAutoNum type="arabicPeriod"/>
            </a:pPr>
            <a:r>
              <a:rPr b="1"/>
              <a:t>参数化（Parameterization）</a:t>
            </a:r>
            <a:r>
              <a:rPr/>
              <a:t>：基于实测数据或文献值估算模型参数</a:t>
            </a:r>
          </a:p>
          <a:p>
            <a:pPr lvl="0" indent="-342900" marL="342900">
              <a:buAutoNum type="arabicPeriod"/>
            </a:pPr>
            <a:r>
              <a:rPr b="1"/>
              <a:t>校准（Calibration）</a:t>
            </a:r>
            <a:r>
              <a:rPr/>
              <a:t>：调整参数使模型输出与观测数据最佳拟合</a:t>
            </a:r>
          </a:p>
          <a:p>
            <a:pPr lvl="0" indent="-342900" marL="342900">
              <a:buAutoNum type="arabicPeriod"/>
            </a:pPr>
            <a:r>
              <a:rPr b="1"/>
              <a:t>验证（Validation）</a:t>
            </a:r>
            <a:r>
              <a:rPr/>
              <a:t>：用独立数据集检验模型的预测能力</a:t>
            </a:r>
          </a:p>
          <a:p>
            <a:pPr lvl="0" indent="-342900" marL="342900">
              <a:buAutoNum type="arabicPeriod"/>
            </a:pPr>
            <a:r>
              <a:rPr b="1"/>
              <a:t>情景分析（Scenario Analysis）</a:t>
            </a:r>
            <a:r>
              <a:rPr/>
              <a:t>：改变驱动变量（如气温+2°C）探索未来趋势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统计建模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(lm, glm, gam)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回归分析与广义线性模型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过程模型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CENTURY / BIOME-BGC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陆地生态系统碳氮循环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个体模型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NetLogo / Mesa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基于主体的生态模拟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不确定性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蒙特卡洛模拟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参数不确定性传播分析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ggplot2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模型诊断图与结果展示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(tibble)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(ggplot2)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树木胸径-树高异速生长模型</a:t>
            </a:r>
            <a:br/>
            <a:r>
              <a:rPr>
                <a:latin typeface="Courier"/>
              </a:rPr>
              <a:t>tree_data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dbh_cm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height_m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7.8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13.1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16.8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19.5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21.0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对数线性回归（异速生长方程）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(height_m)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(dbh_cm),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tree_data)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残差诊断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mfrow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(model)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可视化拟合结果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(tree_data,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dbh_cm,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height_m))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geom_smooth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"nls"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formula =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4070A0"/>
                </a:solidFill>
                <a:latin typeface="Courier"/>
              </a:rPr>
              <a:t>^</a:t>
            </a:r>
            <a:r>
              <a:rPr>
                <a:latin typeface="Courier"/>
              </a:rPr>
              <a:t>b,</a:t>
            </a:r>
            <a:br/>
            <a:r>
              <a:rPr>
                <a:latin typeface="Courier"/>
              </a:rPr>
              <a:t>              </a:t>
            </a:r>
            <a:r>
              <a:rPr>
                <a:solidFill>
                  <a:srgbClr val="7D9029"/>
                </a:solidFill>
                <a:latin typeface="Courier"/>
              </a:rPr>
              <a:t>method.args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start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)),</a:t>
            </a:r>
            <a:br/>
            <a:r>
              <a:rPr>
                <a:latin typeface="Courier"/>
              </a:rPr>
              <a:t>              </a:t>
            </a:r>
            <a:r>
              <a:rPr>
                <a:solidFill>
                  <a:srgbClr val="7D9029"/>
                </a:solidFill>
                <a:latin typeface="Courier"/>
              </a:rPr>
              <a:t>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"steelblue"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"DBH (cm)"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"Height (m)"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title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"Tree Height-DBH Allometric Relationship"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theme_minimal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：区分校准数据和验证数据，永远不要用训练数据评估模型的预测能力</a:t>
            </a:r>
          </a:p>
          <a:p>
            <a:pPr lvl="0"/>
            <a:r>
              <a:rPr b="1"/>
              <a:t>要点二</a:t>
            </a:r>
            <a:r>
              <a:rPr/>
              <a:t>：报告模型结果时必须同时报告不确定性（置信区间、预测区间）</a:t>
            </a:r>
          </a:p>
          <a:p>
            <a:pPr lvl="0"/>
            <a:r>
              <a:rPr b="1"/>
              <a:t>要点三</a:t>
            </a:r>
            <a:r>
              <a:rPr/>
              <a:t>：模型输出是”假设驱动的数据”，使用时需明确说明模型假设和局限性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在使用模型生成数据之前，先用简单模型验证思路，再逐步增加复杂性（“start simple, add complexity”）。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：统计模型和过程模型如何选择？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：如果目标是预测且有充足数据，统计模型通常效率更高；如果需要理解机理或进行情景外推（如气候变化），则需要过程模型。两者可结合使用：统计模型识别模式，过程模型解释机理。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：模型验证的 R² 多高才算”好”？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：没有统一标准，取决于学科和研究问题。生态学中 R² = 0.6-0.8 已属良好，因为生态系统本身具有高度变异性。更重要的是检查残差分布是否合理、预测是否无系统偏差。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模型是生态学的”虚拟实验室”，可生成观测难以获取的数据并探索未来情景</a:t>
            </a:r>
          </a:p>
          <a:p>
            <a:pPr lvl="0" indent="-342900" marL="342900">
              <a:buAutoNum type="arabicPeriod"/>
            </a:pPr>
            <a:r>
              <a:rPr/>
              <a:t>四类模型（统计、过程、个体、地球系统）复杂度递增，适用于不同尺度的研究问题</a:t>
            </a:r>
          </a:p>
          <a:p>
            <a:pPr lvl="0" indent="-342900" marL="342900">
              <a:buAutoNum type="arabicPeriod"/>
            </a:pPr>
            <a:r>
              <a:rPr/>
              <a:t>模型工作流程（参数化→校准→验证→情景分析）中，验证是保证模型可信度的关键步骤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用 R 的 </a:t>
            </a:r>
            <a:r>
              <a:rPr>
                <a:latin typeface="Courier"/>
              </a:rPr>
              <a:t>lm()</a:t>
            </a:r>
            <a:r>
              <a:rPr/>
              <a:t> 函数拟合一个你研究数据的回归模型，并完成残差诊断</a:t>
            </a:r>
          </a:p>
          <a:p>
            <a:pPr lvl="0"/>
            <a:r>
              <a:rPr/>
              <a:t>总结统计模型和过程模型在你的研究领域中的应用各一个</a:t>
            </a:r>
          </a:p>
          <a:p>
            <a:pPr lvl="0"/>
            <a:r>
              <a:rPr b="1"/>
              <a:t>选做</a:t>
            </a:r>
            <a:r>
              <a:rPr/>
              <a:t>：用 R 进行简单的蒙特卡洛模拟，探索参数不确定性对模型输出的影响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Bolker 2008, </a:t>
            </a:r>
            <a:r>
              <a:rPr i="1"/>
              <a:t>Ecological Models and Data in R</a:t>
            </a:r>
            <a:r>
              <a:rPr/>
              <a:t> - R 语言生态模型与数据分析</a:t>
            </a:r>
          </a:p>
          <a:p>
            <a:pPr lvl="0"/>
            <a:r>
              <a:rPr/>
              <a:t>Dietze 2017, </a:t>
            </a:r>
            <a:r>
              <a:rPr i="1"/>
              <a:t>Ecological Forecasting</a:t>
            </a:r>
            <a:r>
              <a:rPr/>
              <a:t> - 生态预测与模型不确定性</a:t>
            </a:r>
          </a:p>
          <a:p>
            <a:pPr lvl="0"/>
            <a:r>
              <a:rPr/>
              <a:t>Grimm &amp; Railsback 2005, </a:t>
            </a:r>
            <a:r>
              <a:rPr i="1"/>
              <a:t>Individual-based Modeling and Ecology</a:t>
            </a:r>
            <a:r>
              <a:rPr/>
              <a:t> - 个体模型与生态学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生态学建模与数据生成方法</dc:title>
  <dc:creator>Huaqing Liu</dc:creator>
  <cp:keywords/>
  <dcterms:created xsi:type="dcterms:W3CDTF">2026-03-31T08:55:20Z</dcterms:created>
  <dcterms:modified xsi:type="dcterms:W3CDTF">2026-03-31T08:55:20Z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
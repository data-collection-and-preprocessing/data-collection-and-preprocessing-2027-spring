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生态学实验数据采集方法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0203 生态学实验数据采集方法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教材章节：0203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实验设计三原则（对照、重复、随机化）及其在生态学中的应用</a:t>
            </a:r>
          </a:p>
          <a:p>
            <a:pPr lvl="0"/>
            <a:r>
              <a:rPr/>
              <a:t>掌握 实验室实验、野外实验、中尺度实验的特点与数据采集方法</a:t>
            </a:r>
          </a:p>
          <a:p>
            <a:pPr lvl="0"/>
            <a:r>
              <a:rPr/>
              <a:t>了解 伪重复（pseudoreplication）问题及其识别与规避方法</a:t>
            </a:r>
          </a:p>
          <a:p>
            <a:pPr lvl="0"/>
            <a:r>
              <a:rPr/>
              <a:t>能够应用 R 代码进行单因素方差分析并诊断残差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 b="1"/>
              <a:t>第一节</a:t>
            </a:r>
            <a:r>
              <a:rPr/>
              <a:t>：实验设计三原则</a:t>
            </a:r>
          </a:p>
          <a:p>
            <a:pPr lvl="0" indent="-342900" marL="342900">
              <a:buAutoNum type="arabicPeriod"/>
            </a:pPr>
            <a:r>
              <a:rPr b="1"/>
              <a:t>第二节</a:t>
            </a:r>
            <a:r>
              <a:rPr/>
              <a:t>：三类生态学实验及其数据采集</a:t>
            </a:r>
          </a:p>
          <a:p>
            <a:pPr lvl="0" indent="-342900" marL="342900">
              <a:buAutoNum type="arabicPeriod"/>
            </a:pPr>
            <a:r>
              <a:rPr b="1"/>
              <a:t>第三节</a:t>
            </a:r>
            <a:r>
              <a:rPr/>
              <a:t>：常见实验陷阱与规避方法</a:t>
            </a:r>
          </a:p>
          <a:p>
            <a:pPr lvl="0" indent="-342900" marL="342900">
              <a:buAutoNum type="arabicPeriod"/>
            </a:pPr>
            <a:r>
              <a:rPr b="1"/>
              <a:t>第四节</a:t>
            </a:r>
            <a:r>
              <a:rPr/>
              <a:t>：实验数据的统计分析初步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/>
            <a:r>
              <a:rPr b="1"/>
              <a:t>概念一</a:t>
            </a:r>
            <a:r>
              <a:rPr/>
              <a:t>：对照（Control）：设置不施加处理的基准组，用于与处理组比较以分离处理效应</a:t>
            </a:r>
          </a:p>
          <a:p>
            <a:pPr lvl="0"/>
            <a:r>
              <a:rPr b="1"/>
              <a:t>概念二</a:t>
            </a:r>
            <a:r>
              <a:rPr/>
              <a:t>：伪重复（Pseudoreplication）：将处理内的非独立样本当作独立重复，导致统计推断膨胀（Hurlbert, 1984）</a:t>
            </a:r>
          </a:p>
          <a:p>
            <a:pPr lvl="0"/>
            <a:r>
              <a:rPr b="1"/>
              <a:t>概念三</a:t>
            </a:r>
            <a:r>
              <a:rPr/>
              <a:t>：区组设计（Blocking Design）：将实验单元按环境梯度分组，在每个区组内随机分配处理，以控制空间异质性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Hurlbert（1984）指出，伪重复是生态学实验中最普遍的统计错误之一，正确识别实验单元是避免该问题的关键。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实验设计三原则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原则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生态学示例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对照（Control）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设置未处理的基准组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氮添加实验中的不施肥样方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重复（Replication）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每个处理水平有独立重复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每个施肥处理设置 4-6 个独立样方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随机化（Randomization）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处理随机分配给实验单元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用随机数表决定哪个样方接受哪种处理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三类生态学实验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环境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优势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劣势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典型示例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实验室实验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完全受控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变量精确控制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生态现实性低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土壤微生物培养实验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野外实验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自然环境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生态现实性高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难以完全控制变量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氮沉降模拟实验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中尺度实验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半受控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兼顾控制与现实性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成本高、维护难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开顶增温室（OTC）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工具/方法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数据记录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数据记录仪（Data Logger）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温度、湿度、CO₂ 等连续记录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破坏性采样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生物量收获、土壤取样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量化地上/地下生物量、养分含量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非破坏性测量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叶绿素仪、NDVI 探头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原位测量不损伤植物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实验设计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随机区组设计（RCBD）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控制空间异质性的标准设计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(tibble)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氮添加实验数据</a:t>
            </a:r>
            <a:br/>
            <a:r>
              <a:rPr>
                <a:latin typeface="Courier"/>
              </a:rPr>
              <a:t>nitrogen_exp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tibble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block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rep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4070A0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each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treatment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rep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"control"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"low_N"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"high_N"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7D9029"/>
                </a:solidFill>
                <a:latin typeface="Courier"/>
              </a:rPr>
              <a:t>times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biomass_g_m2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A070"/>
                </a:solidFill>
                <a:latin typeface="Courier"/>
              </a:rPr>
              <a:t>120.5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185.3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210.2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A070"/>
                </a:solidFill>
                <a:latin typeface="Courier"/>
              </a:rPr>
              <a:t>115.8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178.6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205.7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A070"/>
                </a:solidFill>
                <a:latin typeface="Courier"/>
              </a:rPr>
              <a:t>128.3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192.1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218.9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A070"/>
                </a:solidFill>
                <a:latin typeface="Courier"/>
              </a:rPr>
              <a:t>118.9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180.4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208.5</a:t>
            </a:r>
            <a:br/>
            <a:r>
              <a:rPr>
                <a:latin typeface="Courier"/>
              </a:rPr>
              <a:t>  )</a:t>
            </a:r>
            <a:br/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单因素方差分析</a:t>
            </a:r>
            <a:br/>
            <a:r>
              <a:rPr>
                <a:latin typeface="Courier"/>
              </a:rPr>
              <a:t>model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aov</a:t>
            </a:r>
            <a:r>
              <a:rPr>
                <a:latin typeface="Courier"/>
              </a:rPr>
              <a:t>(biomass_g_m2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treatment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factor</a:t>
            </a:r>
            <a:r>
              <a:rPr>
                <a:latin typeface="Courier"/>
              </a:rPr>
              <a:t>(block),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nitrogen_exp)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(model)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残差诊断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mfrow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plot</a:t>
            </a:r>
            <a:r>
              <a:rPr>
                <a:latin typeface="Courier"/>
              </a:rPr>
              <a:t>(model)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事后多重比较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TukeyHSD</a:t>
            </a:r>
            <a:r>
              <a:rPr>
                <a:latin typeface="Courier"/>
              </a:rPr>
              <a:t>(model, </a:t>
            </a:r>
            <a:r>
              <a:rPr>
                <a:solidFill>
                  <a:srgbClr val="4070A0"/>
                </a:solidFill>
                <a:latin typeface="Courier"/>
              </a:rPr>
              <a:t>"treatment"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要点一</a:t>
            </a:r>
            <a:r>
              <a:rPr/>
              <a:t>：实验开始前明确实验单元（experimental unit）和观测单元（observational unit）的区别，避免伪重复</a:t>
            </a:r>
          </a:p>
          <a:p>
            <a:pPr lvl="0"/>
            <a:r>
              <a:rPr b="1"/>
              <a:t>要点二</a:t>
            </a:r>
            <a:r>
              <a:rPr/>
              <a:t>：数据记录仪需定期校准，并设置合理的采样间隔（如气象数据每 10-30 分钟）</a:t>
            </a:r>
          </a:p>
          <a:p>
            <a:pPr lvl="0"/>
            <a:r>
              <a:rPr b="1"/>
              <a:t>要点三</a:t>
            </a:r>
            <a:r>
              <a:rPr/>
              <a:t>：野外实验需建立详细的样方地图和标记系统，确保长期追踪的可靠性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在实验设计阶段进行功效分析（power analysis），确定所需最小样本量，避免资源浪费或统计效力不足。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</a:t>
            </a:r>
            <a:r>
              <a:rPr/>
              <a:t>：什么情况下容易出现伪重复？</a:t>
            </a:r>
          </a:p>
          <a:p>
            <a:pPr lvl="0" indent="0" marL="0">
              <a:buNone/>
            </a:pPr>
            <a:r>
              <a:rPr b="1"/>
              <a:t>A1</a:t>
            </a:r>
            <a:r>
              <a:rPr/>
              <a:t>：典型情况包括：(1) 在同一个处理池塘中取多个水样作为重复；(2) 在一个施肥样方内测量多株植物作为独立重复；(3) 对同一实验单元的时间序列数据当作独立样本。真正的重复必须是处理独立分配给不同的实验单元。</a:t>
            </a:r>
          </a:p>
          <a:p>
            <a:pPr lvl="0" indent="0" marL="0">
              <a:buNone/>
            </a:pPr>
            <a:r>
              <a:rPr b="1"/>
              <a:t>Q2</a:t>
            </a:r>
            <a:r>
              <a:rPr/>
              <a:t>：区组设计与完全随机设计如何选择？</a:t>
            </a:r>
          </a:p>
          <a:p>
            <a:pPr lvl="0" indent="0" marL="0">
              <a:buNone/>
            </a:pPr>
            <a:r>
              <a:rPr b="1"/>
              <a:t>A2</a:t>
            </a:r>
            <a:r>
              <a:rPr/>
              <a:t>：当实验区域存在已知的环境梯度（如坡度、土壤湿度差异）时，应使用随机区组设计（RCBD），将梯度纳入区组因子以提高检验效力。环境均匀时可用完全随机设计（CRD）。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/>
              <a:t>实验设计三原则（对照、重复、随机化）是获取可靠因果推断的基础</a:t>
            </a:r>
          </a:p>
          <a:p>
            <a:pPr lvl="0" indent="-342900" marL="342900">
              <a:buAutoNum type="arabicPeriod"/>
            </a:pPr>
            <a:r>
              <a:rPr/>
              <a:t>伪重复是生态学实验中最常见的统计陷阱，需在设计阶段明确实验单元</a:t>
            </a:r>
          </a:p>
          <a:p>
            <a:pPr lvl="0" indent="-342900" marL="342900">
              <a:buAutoNum type="arabicPeriod"/>
            </a:pPr>
            <a:r>
              <a:rPr/>
              <a:t>实验数据分析需进行残差诊断，确认模型假设（正态性、方差齐性）成立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课后任务</a:t>
            </a:r>
          </a:p>
          <a:p>
            <a:pPr lvl="0"/>
            <a:r>
              <a:rPr/>
              <a:t>分析一篇本领域的实验研究论文，识别其实验单元和重复方式</a:t>
            </a:r>
          </a:p>
          <a:p>
            <a:pPr lvl="0"/>
            <a:r>
              <a:rPr/>
              <a:t>用 R 模拟一个随机区组设计的数据并进行方差分析</a:t>
            </a:r>
          </a:p>
          <a:p>
            <a:pPr lvl="0"/>
            <a:r>
              <a:rPr b="1"/>
              <a:t>选做</a:t>
            </a:r>
            <a:r>
              <a:rPr/>
              <a:t>：阅读 Hurlbert（1984）原文，总结伪重复的四种类型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延伸阅读</a:t>
            </a:r>
          </a:p>
          <a:p>
            <a:pPr lvl="0"/>
            <a:r>
              <a:rPr/>
              <a:t>Hurlbert 1984, </a:t>
            </a:r>
            <a:r>
              <a:rPr i="1"/>
              <a:t>Ecological Monographs</a:t>
            </a:r>
            <a:r>
              <a:rPr/>
              <a:t> - 伪重复与生态学野外实验设计</a:t>
            </a:r>
          </a:p>
          <a:p>
            <a:pPr lvl="0"/>
            <a:r>
              <a:rPr/>
              <a:t>Quinn &amp; Keough 2002, </a:t>
            </a:r>
            <a:r>
              <a:rPr i="1"/>
              <a:t>Experimental Design and Data Analysis for Biologists</a:t>
            </a:r>
            <a:r>
              <a:rPr/>
              <a:t> - 生物学实验设计教材</a:t>
            </a:r>
          </a:p>
          <a:p>
            <a:pPr lvl="0"/>
            <a:r>
              <a:rPr/>
              <a:t>Cottenie &amp; De Meester 2003, </a:t>
            </a:r>
            <a:r>
              <a:rPr i="1"/>
              <a:t>Oikos</a:t>
            </a:r>
            <a:r>
              <a:rPr/>
              <a:t> - 中尺度实验在群落生态学中的应用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生态学实验数据采集方法</dc:title>
  <dc:creator>Huaqing Liu</dc:creator>
  <cp:keywords/>
  <dcterms:created xsi:type="dcterms:W3CDTF">2026-03-31T08:55:17Z</dcterms:created>
  <dcterms:modified xsi:type="dcterms:W3CDTF">2026-03-31T08:55:17Z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
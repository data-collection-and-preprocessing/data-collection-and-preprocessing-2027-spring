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什么是数据采集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0101 什么是数据采集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教材章节：0101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数据采集的定义与科学意义</a:t>
            </a:r>
          </a:p>
          <a:p>
            <a:pPr lvl="0"/>
            <a:r>
              <a:rPr/>
              <a:t>掌握 四大数据来源及其特点</a:t>
            </a:r>
          </a:p>
          <a:p>
            <a:pPr lvl="0"/>
            <a:r>
              <a:rPr/>
              <a:t>了解 采样设计的基本原则</a:t>
            </a:r>
          </a:p>
          <a:p>
            <a:pPr lvl="0"/>
            <a:r>
              <a:rPr/>
              <a:t>能够应用 根据研究问题选择合适的采集方法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：数据采集的概念与重要性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：四大数据来源：观测、实验、模型、公共数据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：采样设计原则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：数据采集与可重复性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：数据采集：通过系统化方法获取研究所需信息的过程，是科学研究的起点</a:t>
            </a:r>
          </a:p>
          <a:p>
            <a:pPr lvl="0"/>
            <a:r>
              <a:rPr b="1"/>
              <a:t>概念二</a:t>
            </a:r>
            <a:r>
              <a:rPr/>
              <a:t>：观测数据：在自然条件下直接观察和记录，研究者不施加干预</a:t>
            </a:r>
          </a:p>
          <a:p>
            <a:pPr lvl="0"/>
            <a:r>
              <a:rPr b="1"/>
              <a:t>概念三</a:t>
            </a:r>
            <a:r>
              <a:rPr/>
              <a:t>：实验数据：在受控条件下操纵变量并测量响应，可验证因果关系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这些核心概念是理解本章内容的基础，请确保掌握。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采样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随机抽样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确保样本代表性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采样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系统抽样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沿环境梯度布设采样点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记录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元数据标准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记录采集时间、地点、方法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质量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质量控制检查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确保数据可靠性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读取并检查数据结构</a:t>
            </a:r>
            <a:br/>
            <a:r>
              <a:rPr>
                <a:latin typeface="Courier"/>
              </a:rPr>
              <a:t>df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read.csv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"data.csv"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dim</a:t>
            </a:r>
            <a:r>
              <a:rPr>
                <a:latin typeface="Courier"/>
              </a:rPr>
              <a:t>(df)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(df)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(df)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：明确研究问题后再设计采集方案</a:t>
            </a:r>
          </a:p>
          <a:p>
            <a:pPr lvl="0"/>
            <a:r>
              <a:rPr b="1"/>
              <a:t>要点二</a:t>
            </a:r>
            <a:r>
              <a:rPr/>
              <a:t>：完整记录元数据（谁、何时、何地、如何）</a:t>
            </a:r>
          </a:p>
          <a:p>
            <a:pPr lvl="0"/>
            <a:r>
              <a:rPr b="1"/>
              <a:t>要点三</a:t>
            </a:r>
            <a:r>
              <a:rPr/>
              <a:t>：保留原始数据，永远不直接修改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动手实践是学习本课程的关键，请在电脑前跟随课程一起操作。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：观测数据和实验数据的主要区别是什么？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：观测数据在自然条件下获取，研究者不干预；实验数据通过操纵变量获取，可验证因果关系。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：为什么 Garbage In Garbage Out 原则很重要？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：数据质量直接决定分析结论的可靠性。不良数据无法通过统计方法补救。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数据采集是科学研究的起点，质量至关重要</a:t>
            </a:r>
          </a:p>
          <a:p>
            <a:pPr lvl="0" indent="-342900" marL="342900">
              <a:buAutoNum type="arabicPeriod"/>
            </a:pPr>
            <a:r>
              <a:rPr/>
              <a:t>四大数据来源：观测、实验、模型、公共数据，各有优劣</a:t>
            </a:r>
          </a:p>
          <a:p>
            <a:pPr lvl="0" indent="-342900" marL="342900">
              <a:buAutoNum type="arabicPeriod"/>
            </a:pPr>
            <a:r>
              <a:rPr/>
              <a:t>采样设计需遵循随机性、重复性和代表性原则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列出你的研究课题涉及哪些数据类型</a:t>
            </a:r>
          </a:p>
          <a:p>
            <a:pPr lvl="0"/>
            <a:r>
              <a:rPr/>
              <a:t>检查现有数据的元数据记录是否完整</a:t>
            </a:r>
          </a:p>
          <a:p>
            <a:pPr lvl="0"/>
            <a:r>
              <a:rPr b="1"/>
              <a:t>选做</a:t>
            </a:r>
            <a:r>
              <a:rPr/>
              <a:t>：绘制你的数据来源图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Naeem et al. 1994, Nature - 生物多样性与生态系统功能实验</a:t>
            </a:r>
          </a:p>
          <a:p>
            <a:pPr lvl="0"/>
            <a:r>
              <a:rPr/>
              <a:t>Hooper et al. 2005, Ecological Monographs - 生物多样性共识综述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什么是数据采集</dc:title>
  <dc:creator>Huaqing Liu</dc:creator>
  <cp:keywords/>
  <dcterms:created xsi:type="dcterms:W3CDTF">2026-03-31T08:54:53Z</dcterms:created>
  <dcterms:modified xsi:type="dcterms:W3CDTF">2026-03-31T08:54:53Z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
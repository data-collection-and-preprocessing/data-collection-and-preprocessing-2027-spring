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综合实战与项目工作坊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0602 综合实战与项目工作坊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教材章节：0602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小组项目选题的原则与评估方法</a:t>
            </a:r>
          </a:p>
          <a:p>
            <a:pPr lvl="0"/>
            <a:r>
              <a:rPr/>
              <a:t>掌握 采样设计模板与数据记录规范</a:t>
            </a:r>
          </a:p>
          <a:p>
            <a:pPr lvl="0"/>
            <a:r>
              <a:rPr/>
              <a:t>了解 Git 团队协作工作流（分支策略、Conventional Commits）</a:t>
            </a:r>
          </a:p>
          <a:p>
            <a:pPr lvl="0"/>
            <a:r>
              <a:rPr/>
              <a:t>能够应用 项目报告模板与评分标准完成期末项目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：项目选题指南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：数据采集方案设计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：分组协作流程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：Git 协作规范</a:t>
            </a:r>
          </a:p>
          <a:p>
            <a:pPr lvl="0" indent="-342900" marL="342900">
              <a:buAutoNum type="arabicPeriod"/>
            </a:pPr>
            <a:r>
              <a:rPr b="1"/>
              <a:t>第五节</a:t>
            </a:r>
            <a:r>
              <a:rPr/>
              <a:t>：项目报告模板与评分标准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：选题四原则——可操作性（4-6 周完成）、数据可得性（≥30 观测值）、生态学意义、技能覆盖</a:t>
            </a:r>
          </a:p>
          <a:p>
            <a:pPr lvl="0"/>
            <a:r>
              <a:rPr b="1"/>
              <a:t>概念二</a:t>
            </a:r>
            <a:r>
              <a:rPr/>
              <a:t>：Conventional Commits——</a:t>
            </a:r>
            <a:r>
              <a:rPr>
                <a:latin typeface="Courier"/>
              </a:rPr>
              <a:t>type(scope): description</a:t>
            </a:r>
            <a:r>
              <a:rPr/>
              <a:t> 格式的提交信息规范，让团队协作历史更清晰</a:t>
            </a:r>
          </a:p>
          <a:p>
            <a:pPr lvl="0"/>
            <a:r>
              <a:rPr b="1"/>
              <a:t>概念三</a:t>
            </a:r>
            <a:r>
              <a:rPr/>
              <a:t>：可重复性——一键运行、结果可复现、环境记录完整，是科研项目的基本要求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项目工作坊的核心目标不是完美的研究成果，而是体验完整的数据科学工作流程。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推荐选题方向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示例课题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校园生物多样性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不同生境的植物物种组成比较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环境因子与生物响应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光照条件对叶片形态的影响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公开数据集分析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利用 GBIF 数据分析某类群分布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人类活动与生态影响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道路边缘效应对植物群落的影响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版本控制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 + 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团队代码协作与版本管理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分支策略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main / dev / feature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隔离开发，保护稳定版本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提交规范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Conventional Commits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结构化提交信息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可重复性研究报告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项目管理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GitHub Issues / Projects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任务分配与进度跟踪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团队角色分工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职责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建议人数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项目负责人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统筹进度、协调分工、汇报展示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 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野外调查、数据记录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2-3 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数据分析员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数据清洗、统计分析、可视化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1-2 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文档撰写员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撰写报告、整理参考文献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 人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六周项目时间线</a:t>
            </a:r>
          </a:p>
          <a:p>
            <a:pPr lvl="0" indent="0">
              <a:buNone/>
            </a:pPr>
            <a:r>
              <a:rPr>
                <a:latin typeface="Courier"/>
              </a:rPr>
              <a:t>第 1 周：选题讨论 → 确定研究问题 → 提交选题报告
第 2 周：设计采样方案 → 准备设备 → 预调查
第 3 周：正式数据采集（第一轮）
第 4 周：正式数据采集（第二轮）→ 数据录入
第 5 周：数据清洗 → 探索性分析 → 可视化
第 6 周：撰写报告 → 组内审阅 → 提交 → 汇报展示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 分支策略</a:t>
            </a:r>
          </a:p>
          <a:p>
            <a:pPr lvl="0" indent="0">
              <a:buNone/>
            </a:pPr>
            <a:r>
              <a:rPr>
                <a:latin typeface="Courier"/>
              </a:rPr>
              <a:t>main          ← 稳定版本，仅通过合并更新
  ├── dev     ← 开发分支，日常工作在此进行
  │   ├── feature/data-cleaning   ← 张三负责
  │   ├── feature/analysis        ← 李四负责
  │   └── feature/visualization   ← 王五负责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Conventional Commits 示例</a:t>
            </a:r>
          </a:p>
          <a:p>
            <a:pPr lvl="0" indent="0">
              <a:buNone/>
            </a:pPr>
            <a:r>
              <a:rPr>
                <a:latin typeface="Courier"/>
              </a:rPr>
              <a:t>feat(data): add species abundance data     # 新增功能
fix(analysis): correct diversity formula   # 修复错误
docs(report): update methods section       # 文档更新
style(viz): adjust color palette           # 格式调整
refactor(clean): simplify outlier detection # 重构代码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代码示例：项目仓库结构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推荐的项目仓库结构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project-name/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├── README.md              # 项目说明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├── data/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├── raw/               # 原始数据（不修改）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└── processed/         # 清洗后的数据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├── scripts/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├── 01-data-cleaning.R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├── 02-analysis.R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└── 03-visualization.R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├── output/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├── figures/           # 图表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└── tables/            # 结果表格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├── report/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│   └── final-report.qmd   # Quarto 报告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└── .gitignore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基本工作流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checkout dev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pull origin dev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checkout -b feature/data-cleaning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add scripts/01-data-cleaning.R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commit -m "feat(data): complete missing value imputation"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git push origin feature/data-cleaning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评分标准概览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评分要点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选题与设计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问题明确、设计合理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数据质量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数据完整、记录规范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分析方法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方法恰当、代码可运行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图表美观、信息清晰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报告撰写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逻辑清晰、格式规范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团队协作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 记录完整、分工均衡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可重复性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一键运行、结果可复现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：选题前用检查清单自评——研究问题是否明确？数据能否在规定时间内采集？小组成员能否都参与？</a:t>
            </a:r>
          </a:p>
          <a:p>
            <a:pPr lvl="0"/>
            <a:r>
              <a:rPr b="1"/>
              <a:t>要点二</a:t>
            </a:r>
            <a:r>
              <a:rPr/>
              <a:t>：每周召开 15-30 分钟小组例会，汇报进展、讨论问题、明确下周任务</a:t>
            </a:r>
          </a:p>
          <a:p>
            <a:pPr lvl="0"/>
            <a:r>
              <a:rPr b="1"/>
              <a:t>要点三</a:t>
            </a:r>
            <a:r>
              <a:rPr/>
              <a:t>：提交前逐项确认可重复性检查清单——README 完整、代码可运行、路径为相对路径、随机种子已设置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遇到问题是正常的——数据有缺失、结果不如预期、队友进度不一致——重要的是学会应对。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：小组成员之间代码冲突（merge conflict）怎么办？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：使用 feature 分支隔离各自工作，避免同时修改同一文件。如果发生冲突，在合并时手动检查冲突标记（</a:t>
            </a:r>
            <a:r>
              <a:rPr>
                <a:latin typeface="Courier"/>
              </a:rPr>
              <a:t>&lt;&lt;&lt;&lt;&lt;&lt;&lt;</a:t>
            </a:r>
            <a:r>
              <a:rPr/>
              <a:t>），保留正确版本后提交。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：报告中的代码需要全部展示吗？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：正文中展示关键代码片段（如核心分析和可视化），完整代码放在附录或 GitHub 仓库。使用 Quarto 的 </a:t>
            </a:r>
            <a:r>
              <a:rPr>
                <a:latin typeface="Courier"/>
              </a:rPr>
              <a:t>echo: false</a:t>
            </a:r>
            <a:r>
              <a:rPr/>
              <a:t> 可以隐藏代码只显示结果。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好的选题满足可操作性、数据可得性、学科意义和技能覆盖四个条件</a:t>
            </a:r>
          </a:p>
          <a:p>
            <a:pPr lvl="0" indent="-342900" marL="342900">
              <a:buAutoNum type="arabicPeriod"/>
            </a:pPr>
            <a:r>
              <a:rPr/>
              <a:t>Git 团队协作使用 main/dev/feature 分支策略，Conventional Commits 规范提交信息</a:t>
            </a:r>
          </a:p>
          <a:p>
            <a:pPr lvl="0" indent="-342900" marL="342900">
              <a:buAutoNum type="arabicPeriod"/>
            </a:pPr>
            <a:r>
              <a:rPr/>
              <a:t>可重复性是项目评分的重要维度——一键运行、结果可复现、环境记录完整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组建 3-5 人小组，确定项目负责人和分工</a:t>
            </a:r>
          </a:p>
          <a:p>
            <a:pPr lvl="0"/>
            <a:r>
              <a:rPr/>
              <a:t>提交选题报告（100-200 字研究问题描述）</a:t>
            </a:r>
          </a:p>
          <a:p>
            <a:pPr lvl="0"/>
            <a:r>
              <a:rPr/>
              <a:t>在 GitHub 上创建小组项目仓库，初始化 README.md 和文件夹结构</a:t>
            </a:r>
          </a:p>
          <a:p>
            <a:pPr lvl="0"/>
            <a:r>
              <a:rPr b="1"/>
              <a:t>选做</a:t>
            </a:r>
            <a:r>
              <a:rPr/>
              <a:t>：制定小组详细的六周时间计划表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GitHub Flow 工作流指南</a:t>
            </a:r>
          </a:p>
          <a:p>
            <a:pPr lvl="0"/>
            <a:r>
              <a:rPr/>
              <a:t>Conventional Commits 规范：https://www.conventionalcommits.org/</a:t>
            </a:r>
          </a:p>
          <a:p>
            <a:pPr lvl="0"/>
            <a:r>
              <a:rPr/>
              <a:t>Quarto 文档撰写指南：https://quarto.org/docs/authoring/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综合实战与项目工作坊</dc:title>
  <dc:creator>Huaqing Liu</dc:creator>
  <cp:keywords/>
  <dcterms:created xsi:type="dcterms:W3CDTF">2026-03-31T08:55:49Z</dcterms:created>
  <dcterms:modified xsi:type="dcterms:W3CDTF">2026-03-31T08:55:49Z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
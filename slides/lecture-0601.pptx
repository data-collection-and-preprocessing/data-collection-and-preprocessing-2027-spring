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综合实战案例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0601 综合实战案例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教材章节：0601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“从 0 到 1” 数据采集项目的完整框架与迭代思维</a:t>
            </a:r>
          </a:p>
          <a:p>
            <a:pPr lvl="0"/>
            <a:r>
              <a:rPr/>
              <a:t>掌握 从研究问题定义到采样方案设计的系统方法</a:t>
            </a:r>
          </a:p>
          <a:p>
            <a:pPr lvl="0"/>
            <a:r>
              <a:rPr/>
              <a:t>了解 公开数据平台（GBIF、WorldClim、Dryad）的获取方式与质量控制流程</a:t>
            </a:r>
          </a:p>
          <a:p>
            <a:pPr lvl="0"/>
            <a:r>
              <a:rPr/>
              <a:t>能够应用 项目框架模板设计自己的数据采集项目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第一步</a:t>
            </a:r>
            <a:r>
              <a:rPr/>
              <a:t>：定义研究问题</a:t>
            </a:r>
          </a:p>
          <a:p>
            <a:pPr lvl="0" indent="-342900" marL="342900">
              <a:buAutoNum type="arabicPeriod"/>
            </a:pPr>
            <a:r>
              <a:rPr b="1"/>
              <a:t>第二步</a:t>
            </a:r>
            <a:r>
              <a:rPr/>
              <a:t>：制定数据采集方案</a:t>
            </a:r>
          </a:p>
          <a:p>
            <a:pPr lvl="0" indent="-342900" marL="342900">
              <a:buAutoNum type="arabicPeriod"/>
            </a:pPr>
            <a:r>
              <a:rPr b="1"/>
              <a:t>第三步</a:t>
            </a:r>
            <a:r>
              <a:rPr/>
              <a:t>：数据获取（实地 / 公开数据库 / API）</a:t>
            </a:r>
          </a:p>
          <a:p>
            <a:pPr lvl="0" indent="-342900" marL="342900">
              <a:buAutoNum type="arabicPeriod"/>
            </a:pPr>
            <a:r>
              <a:rPr b="1"/>
              <a:t>第四步</a:t>
            </a:r>
            <a:r>
              <a:rPr/>
              <a:t>：数据质量控制</a:t>
            </a:r>
          </a:p>
          <a:p>
            <a:pPr lvl="0" indent="-342900" marL="342900">
              <a:buAutoNum type="arabicPeriod"/>
            </a:pPr>
            <a:r>
              <a:rPr b="1"/>
              <a:t>第五步</a:t>
            </a:r>
            <a:r>
              <a:rPr/>
              <a:t>：数据分析与可视化</a:t>
            </a:r>
          </a:p>
          <a:p>
            <a:pPr lvl="0" indent="-342900" marL="342900">
              <a:buAutoNum type="arabicPeriod"/>
            </a:pPr>
            <a:r>
              <a:rPr b="1"/>
              <a:t>第六步</a:t>
            </a:r>
            <a:r>
              <a:rPr/>
              <a:t>：项目时间规划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：研究问题驱动数据——先想清楚要回答什么问题，再决定需要什么数据</a:t>
            </a:r>
          </a:p>
          <a:p>
            <a:pPr lvl="0"/>
            <a:r>
              <a:rPr b="1"/>
              <a:t>概念二</a:t>
            </a:r>
            <a:r>
              <a:rPr/>
              <a:t>：迭代优化——数据采集与分析不是线性流程，而是循环迭代，不断修正方案</a:t>
            </a:r>
          </a:p>
          <a:p>
            <a:pPr lvl="0"/>
            <a:r>
              <a:rPr b="1"/>
              <a:t>概念三</a:t>
            </a:r>
            <a:r>
              <a:rPr/>
              <a:t>：多源数据整合——真实项目通常需要结合实测、遥感、公开数据等多种来源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大多数教材的案例是”给你一份数据做分析”。真实科研需要你自己决定采集什么数据、如何采集。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从 0 到 1 的项目框架</a:t>
            </a:r>
          </a:p>
          <a:p>
            <a:pPr lvl="0" indent="0">
              <a:buNone/>
            </a:pPr>
            <a:r>
              <a:rPr>
                <a:latin typeface="Courier"/>
              </a:rPr>
              <a:t>研究问题 → 数据需求 → 数据获取 → 数据清洗 → 分析 → 可视化
    ↑                                                      ↓
    └────────────────── 迭代优化 ◀──────────────────────┘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生物多样性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GBIF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全球物种分布记录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气候数据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WorldClim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全球气候变量（温度、降水）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论文数据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Dryad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论文配套开放数据集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中国数据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ScienceDB / NESDC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中国科学数据与生态数据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API 采集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</a:t>
                      </a:r>
                      <a:r>
                        <a:rPr>
                          <a:latin typeface="Courier"/>
                        </a:rPr>
                        <a:t>httr</a:t>
                      </a:r>
                      <a:r>
                        <a:rPr/>
                        <a:t> / Python </a:t>
                      </a:r>
                      <a:r>
                        <a:rPr>
                          <a:latin typeface="Courier"/>
                        </a:rPr>
                        <a:t>requests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编程获取大规模数据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质量控制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双录入 / 范围检查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确保数据可靠性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代码示例：GBIF API 数据获取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(httr)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(jsonlite)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获取广西木论保护区的物种分布记录</a:t>
            </a:r>
            <a:br/>
            <a:r>
              <a:rPr>
                <a:latin typeface="Courier"/>
              </a:rPr>
              <a:t>base_url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"https://api.gbif.org/v1/occurrence/search"</a:t>
            </a:r>
            <a:br/>
            <a:br/>
            <a:r>
              <a:rPr>
                <a:latin typeface="Courier"/>
              </a:rPr>
              <a:t>response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url =</a:t>
            </a:r>
            <a:r>
              <a:rPr>
                <a:latin typeface="Courier"/>
              </a:rPr>
              <a:t> base_url,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query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country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"CN"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decimalLatitude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"25.13,25.14"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decimalLongitude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"108.01,108.02"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limit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br/>
            <a:r>
              <a:rPr>
                <a:latin typeface="Courier"/>
              </a:rPr>
              <a:t>  )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data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fromJSON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content</a:t>
            </a:r>
            <a:r>
              <a:rPr>
                <a:latin typeface="Courier"/>
              </a:rPr>
              <a:t>(response, </a:t>
            </a:r>
            <a:r>
              <a:rPr>
                <a:solidFill>
                  <a:srgbClr val="7D9029"/>
                </a:solidFill>
                <a:latin typeface="Courier"/>
              </a:rPr>
              <a:t>as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"text"</a:t>
            </a:r>
            <a:r>
              <a:rPr>
                <a:latin typeface="Courier"/>
              </a:rPr>
              <a:t>))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"获取到"</a:t>
            </a:r>
            <a:r>
              <a:rPr>
                <a:latin typeface="Courier"/>
              </a:rPr>
              <a:t>, 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count, </a:t>
            </a:r>
            <a:r>
              <a:rPr>
                <a:solidFill>
                  <a:srgbClr val="4070A0"/>
                </a:solidFill>
                <a:latin typeface="Courier"/>
              </a:rPr>
              <a:t>"条记录\n"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分析策略选择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研究问题类型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常用分析方法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比较差异（如不同土地利用的 SOC 差异）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 检验、ANOVA、非参数检验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寻找关系（如 SOC 与植被覆盖度的关系）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相关分析、回归分析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描述分布（如物种空间分布格局）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空间自相关、热点分析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降维与分类（如环境因子综合评价）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PCA、聚类分析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项目时间规划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时长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主要任务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文献调研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1-2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了解背景、确定创新点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方案设计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细化采样方案、准备物资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预采样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1-2 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测试方案可行性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正式采样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2-4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数据采集与现场质控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数据录入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纸质→电子、初步检查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数据清洗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1-2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处理缺失值、异常值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统计分析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1-2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根据问题选择方法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报告撰写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2-3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图表制作、结果描述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：定义研究问题时使用模板——“我想研究 [对象] 在 [条件] 下的 [特征]，以便回答 [科学问题]”</a:t>
            </a:r>
          </a:p>
          <a:p>
            <a:pPr lvl="0"/>
            <a:r>
              <a:rPr b="1"/>
              <a:t>要点二</a:t>
            </a:r>
            <a:r>
              <a:rPr/>
              <a:t>：制定数据需求清单，明确目标变量（Y）、解释变量（X）、控制变量、采样精度</a:t>
            </a:r>
          </a:p>
          <a:p>
            <a:pPr lvl="0"/>
            <a:r>
              <a:rPr b="1"/>
              <a:t>要点三</a:t>
            </a:r>
            <a:r>
              <a:rPr/>
              <a:t>：质量控制贯穿采集全过程——采集前培训、采集中现场检查、采集后双录入验证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项目的核心目标是体验完整的数据科学工作流程。遇到问题是正常的，重要的是学会应对。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：如果公开数据与我的研究问题不完全匹配怎么办？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：公开数据很少能完美匹配你的需求。可以结合一手数据补充关键变量，或调整研究问题使其与可获得的数据更匹配。灵活调整是科研常态。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：预采样的目的是什么？可以跳过吗？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：预采样用于测试方案可行性——发现记录表遗漏、调整样方大小、估算采样时间。跳过预采样可能导致正式采样时发现严重问题而浪费时间。强烈建议不要跳过。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完整的数据采集项目遵循”问题→需求→获取→清洗→分析→可视化”的迭代框架</a:t>
            </a:r>
          </a:p>
          <a:p>
            <a:pPr lvl="0" indent="-342900" marL="342900">
              <a:buAutoNum type="arabicPeriod"/>
            </a:pPr>
            <a:r>
              <a:rPr/>
              <a:t>研究问题的定义决定了后续所有环节——好的问题应该具体、可回答、有意义</a:t>
            </a:r>
          </a:p>
          <a:p>
            <a:pPr lvl="0" indent="-342900" marL="342900">
              <a:buAutoNum type="arabicPeriod"/>
            </a:pPr>
            <a:r>
              <a:rPr/>
              <a:t>多数据源整合（实测 + 公开数据 + API）是现代生态学研究的常见模式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用一句话定义你的研究问题，填写数据需求清单（目标变量、解释变量、控制变量）</a:t>
            </a:r>
          </a:p>
          <a:p>
            <a:pPr lvl="0"/>
            <a:r>
              <a:rPr/>
              <a:t>从 GBIF、WorldClim 或 ScienceDB 下载一组真实数据，记录获取过程</a:t>
            </a:r>
          </a:p>
          <a:p>
            <a:pPr lvl="0"/>
            <a:r>
              <a:rPr b="1"/>
              <a:t>选做</a:t>
            </a:r>
            <a:r>
              <a:rPr/>
              <a:t>：为你的课程项目制定时间规划表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Hampton et al. 2013, </a:t>
            </a:r>
            <a:r>
              <a:rPr i="1"/>
              <a:t>Ecology Letters</a:t>
            </a:r>
            <a:r>
              <a:rPr/>
              <a:t> - 大数据时代的生态学</a:t>
            </a:r>
          </a:p>
          <a:p>
            <a:pPr lvl="0"/>
            <a:r>
              <a:rPr/>
              <a:t>Li et al. 2017, </a:t>
            </a:r>
            <a:r>
              <a:rPr i="1"/>
              <a:t>JGR Biogeosciences</a:t>
            </a:r>
            <a:r>
              <a:rPr/>
              <a:t> - 喀斯特地区土壤碳氮动态</a:t>
            </a:r>
          </a:p>
          <a:p>
            <a:pPr lvl="0"/>
            <a:r>
              <a:rPr/>
              <a:t>GBIF 数据使用指南：https://www.gbif.org/data-use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综合实战案例</dc:title>
  <dc:creator>Huaqing Liu</dc:creator>
  <cp:keywords/>
  <dcterms:created xsi:type="dcterms:W3CDTF">2026-03-31T08:55:47Z</dcterms:created>
  <dcterms:modified xsi:type="dcterms:W3CDTF">2026-03-31T08:55:47Z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
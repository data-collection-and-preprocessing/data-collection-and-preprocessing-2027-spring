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生态学观测数据采集方法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0202 生态学观测数据采集方法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传统野外观测方法（样方法、样线法、直接观察法）的原理与适用场景</a:t>
            </a:r>
          </a:p>
          <a:p>
            <a:pPr lvl="0"/>
            <a:r>
              <a:rPr/>
              <a:t>掌握 现代观测技术（遥感/无人机、物联网、eDNA、AI/ML）的基本概念</a:t>
            </a:r>
          </a:p>
          <a:p>
            <a:pPr lvl="0"/>
            <a:r>
              <a:rPr/>
              <a:t>了解 观测数据质量控制的标准化流程</a:t>
            </a:r>
          </a:p>
          <a:p>
            <a:pPr lvl="0"/>
            <a:r>
              <a:rPr/>
              <a:t>能够应用 规范的数据录入方法记录野外观测数据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：传统野外观测方法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：现代观测技术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：观测数据的质量控制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：数据录入最佳实践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：样方法（Quadrat Method）：在固定面积内系统记录物种组成与数量，是植被调查的基础方法</a:t>
            </a:r>
          </a:p>
          <a:p>
            <a:pPr lvl="0"/>
            <a:r>
              <a:rPr b="1"/>
              <a:t>概念二</a:t>
            </a:r>
            <a:r>
              <a:rPr/>
              <a:t>：环境DNA（eDNA）：从水体或土壤中提取的环境DNA，可非侵入性地检测物种存在</a:t>
            </a:r>
          </a:p>
          <a:p>
            <a:pPr lvl="0"/>
            <a:r>
              <a:rPr b="1"/>
              <a:t>概念三</a:t>
            </a:r>
            <a:r>
              <a:rPr/>
              <a:t>：标准化协议（Standardized Protocol）：统一的数据采集规范，确保不同观测者、不同时间采集的数据具有可比性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传统方法与现代技术并非替代关系，而是互补关系。许多研究同时使用多种方法进行交叉验证。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传统野外观测方法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核心指标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典型面积/长度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样方法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植物群落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物种组成、盖度、密度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1m² - 400m²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样线法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动物种群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距离、密度估计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1 - 10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点样法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鸟类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种类、数量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半径 25 - 50m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直接观察法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行为生态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行为频率、时间分配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因物种而异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现代观测技术</a:t>
            </a:r>
          </a:p>
          <a:p>
            <a:pPr lvl="0"/>
            <a:r>
              <a:rPr b="1"/>
              <a:t>遥感与无人机（Remote Sensing / UAV）</a:t>
            </a:r>
            <a:r>
              <a:rPr/>
              <a:t>：大尺度植被监测、地表覆盖分类、冠层结构分析</a:t>
            </a:r>
          </a:p>
          <a:p>
            <a:pPr lvl="0"/>
            <a:r>
              <a:rPr b="1"/>
              <a:t>物联网传感器（IoT Sensors）</a:t>
            </a:r>
            <a:r>
              <a:rPr/>
              <a:t>：温度、湿度、土壤水分等环境因子的连续自动监测</a:t>
            </a:r>
          </a:p>
          <a:p>
            <a:pPr lvl="0"/>
            <a:r>
              <a:rPr b="1"/>
              <a:t>环境DNA（eDNA）</a:t>
            </a:r>
            <a:r>
              <a:rPr/>
              <a:t>：通过水样或土样检测水生/土壤生物多样性，无需直接捕获</a:t>
            </a:r>
          </a:p>
          <a:p>
            <a:pPr lvl="0"/>
            <a:r>
              <a:rPr b="1"/>
              <a:t>AI 与机器学习</a:t>
            </a:r>
            <a:r>
              <a:rPr/>
              <a:t>：</a:t>
            </a:r>
          </a:p>
          <a:p>
            <a:pPr lvl="1"/>
            <a:r>
              <a:rPr/>
              <a:t>计算机视觉（Computer Vision）：相机陷阱图像自动物种识别</a:t>
            </a:r>
          </a:p>
          <a:p>
            <a:pPr lvl="1"/>
            <a:r>
              <a:rPr/>
              <a:t>声学监测（BirdNET）：基于鸟鸣声的自动物种鉴定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传统调查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样方框 / GPS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固定面积植被调查与定位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遥感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Google Earth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多源遥感数据处理与分析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物联网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HOBO Logger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温湿度等环境因子连续监测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Metabarcoding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水体/土壤生物多样性检测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BirdNET / MegaDetector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鸟鸣识别 / 相机陷阱图像分类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(tibble)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(lubridate)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创建样方调查记录</a:t>
            </a:r>
            <a:br/>
            <a:r>
              <a:rPr>
                <a:latin typeface="Courier"/>
              </a:rPr>
              <a:t>quadrat_data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date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as_date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"2027-03-15"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"2027-03-15"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"2027-03-15"</a:t>
            </a:r>
            <a:r>
              <a:rPr>
                <a:latin typeface="Courier"/>
              </a:rPr>
              <a:t>)),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site_id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"plot_01"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"plot_01"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"plot_01"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quadrat_id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"q2"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"q3"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species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"Quercus acutissima"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"Pinus massoniana"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"Liquidambar formosana"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count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cover_pct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35.0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25.0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15.0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observer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"liu_hq"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"liu_hq"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"liu_hq"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notes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880000"/>
                </a:solidFill>
                <a:latin typeface="Courier"/>
              </a:rPr>
              <a:t>NA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"seedlings dominant"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880000"/>
                </a:solidFill>
                <a:latin typeface="Courier"/>
              </a:rPr>
              <a:t>NA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检查数据结构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(quadrat_data)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(quadrat_data)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：使用 snake_case 命名列名（如 </a:t>
            </a:r>
            <a:r>
              <a:rPr>
                <a:latin typeface="Courier"/>
              </a:rPr>
              <a:t>site_id</a:t>
            </a:r>
            <a:r>
              <a:rPr/>
              <a:t>、</a:t>
            </a:r>
            <a:r>
              <a:rPr>
                <a:latin typeface="Courier"/>
              </a:rPr>
              <a:t>cover_pct</a:t>
            </a:r>
            <a:r>
              <a:rPr/>
              <a:t>），保持一致性</a:t>
            </a:r>
          </a:p>
          <a:p>
            <a:pPr lvl="0"/>
            <a:r>
              <a:rPr b="1"/>
              <a:t>要点二</a:t>
            </a:r>
            <a:r>
              <a:rPr/>
              <a:t>：日期统一使用 ISO 8601 格式（YYYY-MM-DD），避免歧义</a:t>
            </a:r>
          </a:p>
          <a:p>
            <a:pPr lvl="0"/>
            <a:r>
              <a:rPr b="1"/>
              <a:t>要点三</a:t>
            </a:r>
            <a:r>
              <a:rPr/>
              <a:t>：数据录入时避免多余空格、合并单元格、使用颜色标记等 Excel 陋习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在野外采集前先设计好电子记录模板，确保列名、数据类型、取值范围均已明确定义。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：样方大小如何确定？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：取决于研究对象的体型和密度。一般草本用 1m²，灌木用 25m²，乔木用 100-400m²。可通过种-面积曲线（species-area curve）确定最小样方面积。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：eDNA 能否完全替代传统调查方法？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：目前不能完全替代。eDNA 在物种检测（有/无）方面有优势，但在丰度估计、种群结构分析等方面仍需传统方法配合。两者结合使用效果最佳。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传统观测方法（样方法、样线法）是生态学数据采集的基石，需严格遵循标准化协议</a:t>
            </a:r>
          </a:p>
          <a:p>
            <a:pPr lvl="0" indent="-342900" marL="342900">
              <a:buAutoNum type="arabicPeriod"/>
            </a:pPr>
            <a:r>
              <a:rPr/>
              <a:t>现代技术（遥感、IoT、eDNA、AI）正在扩展观测的时空尺度和物种覆盖范围</a:t>
            </a:r>
          </a:p>
          <a:p>
            <a:pPr lvl="0" indent="-342900" marL="342900">
              <a:buAutoNum type="arabicPeriod"/>
            </a:pPr>
            <a:r>
              <a:rPr/>
              <a:t>数据录入规范（snake_case、ISO日期、无冗余格式）是保证数据质量的第一步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为你的研究对象设计一份标准化的野外观测记录表（tibble 格式）</a:t>
            </a:r>
          </a:p>
          <a:p>
            <a:pPr lvl="0"/>
            <a:r>
              <a:rPr/>
              <a:t>对比传统方法和至少一种现代技术在你的研究领域中的应用</a:t>
            </a:r>
          </a:p>
          <a:p>
            <a:pPr lvl="0"/>
            <a:r>
              <a:rPr b="1"/>
              <a:t>选做</a:t>
            </a:r>
            <a:r>
              <a:rPr/>
              <a:t>：尝试使用 BirdNET 或 iNaturalist 进行一次物种识别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Krebs 1999, </a:t>
            </a:r>
            <a:r>
              <a:rPr i="1"/>
              <a:t>Ecological Methodology</a:t>
            </a:r>
            <a:r>
              <a:rPr/>
              <a:t> - 生态学野外调查方法经典教材</a:t>
            </a:r>
          </a:p>
          <a:p>
            <a:pPr lvl="0"/>
            <a:r>
              <a:rPr/>
              <a:t>Bohmann et al. 2014, </a:t>
            </a:r>
            <a:r>
              <a:rPr i="1"/>
              <a:t>Molecular Ecology</a:t>
            </a:r>
            <a:r>
              <a:rPr/>
              <a:t> - eDNA 在生物多样性监测中的应用综述</a:t>
            </a:r>
          </a:p>
          <a:p>
            <a:pPr lvl="0"/>
            <a:r>
              <a:rPr/>
              <a:t>Christin et al. 2019, </a:t>
            </a:r>
            <a:r>
              <a:rPr i="1"/>
              <a:t>Methods in Ecology and Evolution</a:t>
            </a:r>
            <a:r>
              <a:rPr/>
              <a:t> - 计算机视觉在生态学中的应用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生态学观测数据采集方法</dc:title>
  <dc:creator>Huaqing Liu</dc:creator>
  <cp:keywords/>
  <dcterms:created xsi:type="dcterms:W3CDTF">2026-03-31T08:55:15Z</dcterms:created>
  <dcterms:modified xsi:type="dcterms:W3CDTF">2026-03-31T08:55:15Z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